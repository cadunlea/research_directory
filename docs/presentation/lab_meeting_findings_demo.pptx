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tus" id="{3ec136ad-ef83-09d8-0b58-1ddeb36e0603}">
          <p14:sldIdLst>
            <p14:sldId id="256"/>
            <p14:sldId id="257"/>
          </p14:sldIdLst>
        </p14:section>
        <p14:section name="Findings" id="{3f24e1e6-dfe5-f7b5-e68a-b51f1fe0f86f}">
          <p14:sldIdLst>
            <p14:sldId id="258"/>
            <p14:sldId id="259"/>
            <p14:sldId id="260"/>
            <p14:sldId id="261"/>
          </p14:sldIdLst>
        </p14:section>
        <p14:section name="Errors and next steps" id="{e23d7e35-aed8-601e-6579-1bc947c51c7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layout. Rewrite every line in your own words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leave-one-subject-out: a device is used by new people. Splitting windows at random would put windows of the same meal in training and test and overstate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 = computed over all 10,891 held-out windows at once, not the mean of the 43 fold scores (fold mean F1 is 0.836). Three participants fall below 0.55.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FFT loses: it keeps which rhythms are in the 8 s window but discards when they happen, and timing is what separates a bite from other motion. The curve is descriptive (one threshold over pooled test predictions); the dots are the thresholds each run chose on validation participants. 64 Hz: -0.006, not significant; 32 Hz: -0.012 and 16 Hz: -0.019, both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threshold: 41 false-alarm windows per hour, precision 0.859, recall 0.853. The budget threshold was chosen on validation participants, never the test person, so 17 per hour is an honest held-out number. Panels have different time scales: 4, 18 and 6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Interval: the 43 participants resampled with replacement, F1 difference recomputed each time. p: Wilcoxon signed-rank test on per-participant differences. Recall 0.853 to 0.874 and false alarms 41.1 to 44.4 per hour are seed 9 values. Soft labels were also tested: -0.002, not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have almost no false alarms (2 windows in total, both AIM132097): their errors are missed eating. Across all participants, missed eating is 28% bout edges, 62% mid-meal, 10% short bouts. Soft labels did not reduce edge errors; they shifted them from misses to false alarms.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threshold: about 41 false alarms per hour, recall 0.85. False-alarm budget: about 17 per hour, recall 0.72. The choice goes into the inference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Project Updates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8872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Annotations paused during midterm season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Literature review and model development finished; the model is now frozen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Ran and validated every comparison with leave-one-subject-out (43 participants), 3 seeds each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Results documented as they came in; this deck covers the four main findings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Model and Evaluation</a:t>
            </a:r>
            <a:endParaRPr lang="en-US" sz="3200" dirty="0"/>
          </a:p>
        </p:txBody>
      </p:sp>
      <p:pic>
        <p:nvPicPr>
          <p:cNvPr id="3" name="Image 0" descr="Model architecture: three convolution blocks, channel attention, attention pooling, eating head and training-only chew-count h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3374136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206240" y="1188720"/>
            <a:ext cx="4526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61 annotated sessions, 43 participants, 24.2 h annotated (9.6 h eating)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8 s windows at 128 Hz, accelerometer and optical sensor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Leave-one-subject-out: each participant is tested on a model that never saw them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Each comparison run at 3 random seeds and tested participant by participant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Finding 1: The Model Works</a:t>
            </a:r>
            <a:endParaRPr lang="en-US" sz="3200" dirty="0"/>
          </a:p>
        </p:txBody>
      </p:sp>
      <p:pic>
        <p:nvPicPr>
          <p:cNvPr id="3" name="Image 0" descr="Per-participant F1 for all 43 held-out participants, sorted, with pooled F1 0.856 mar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7863840" cy="2468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35661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Pooled F1 0.856, accuracy 0.887; median participant F1 0.867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Same model at 3 seeds: F1 0.848–0.860, so smaller changes are noise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Pooling, attention, Transformer, ensemble, augmentation, chew head: all within that range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Finding 2: The Input Is What Matters</a:t>
            </a:r>
            <a:endParaRPr lang="en-US" sz="3200" dirty="0"/>
          </a:p>
        </p:txBody>
      </p:sp>
      <p:pic>
        <p:nvPicPr>
          <p:cNvPr id="3" name="Image 0" descr="Recall against false alarms per hour for the time-series and FFT models; the time-series curve is higher at every false-alarm r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4937760" cy="31912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1887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Time series vs FFT: F1 0.856 vs 0.796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False alarms: 41 vs 89 per hour of non-eating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gap grows as false alarms are cut: at 10 per hour, 58% vs 31% of eating detected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64 Hz matches 128 Hz; 32 Hz and 16 Hz lose F1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Finding 3: False Positives Are Controllable</a:t>
            </a:r>
            <a:endParaRPr lang="en-US" sz="3200" dirty="0"/>
          </a:p>
        </p:txBody>
      </p:sp>
      <p:pic>
        <p:nvPicPr>
          <p:cNvPr id="3" name="Image 0" descr="Predicted probability against annotated eating for the best, median and worst participa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4645152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49240" y="1188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53% of false-alarm windows sit right next to a real meal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Sustained false episodes away from meals: about 0.8 per hour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Threshold set for a false-alarm budget: 17 per hour, precision 0.925, recall 0.717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Measured in meal sessions, not yet in free living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Finding 4: A Better-Chosen Threshold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8321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82880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participants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change [95% CI]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Better / worse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(reference)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+0.009 [+0.002, +0.015]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/ 11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11480" y="3063240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Threshold and early stopping chosen on 5 people instead of 2: less noisy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First change that beats seed noise (all rows averaged over 3 seeds)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The gain is in recall; false alarms rise slightly (41 to 44 per hour)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Where the Errors Are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09728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40% of all errors fall at the start or end of an eating bout; F1 0.912 if those were forgiven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The weakest participants fail for different reasons: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03120"/>
          <a:ext cx="83210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Participant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Likely cause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AIM147560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barely responds during eating; cause under investigation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AIM112400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Strict threshold (0.86) cuts off eating the model does detect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AIM132097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Mostly misses at bout edges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AIM122571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fragmented bouts (single 8 s windows)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8872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Running: 8 validation participants; sequence model (GRU over 2 min of windows) aimed at isolated false alarms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Meal-level metrics: meals detected, false eating episodes per hour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Inference script (due 11/04)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Question: ship the default threshold or a false-alarm budget?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Meeting">
  <a:themeElements>
    <a:clrScheme name="Lab Meeting">
      <a:dk1>
        <a:srgbClr val="000000"/>
      </a:dk1>
      <a:lt1>
        <a:srgbClr val="FFFFFF"/>
      </a:lt1>
      <a:dk2>
        <a:srgbClr val="595959"/>
      </a:dk2>
      <a:lt2>
        <a:srgbClr val="F2F2F2"/>
      </a:lt2>
      <a:accent1>
        <a:srgbClr val="595959"/>
      </a:accent1>
      <a:accent2>
        <a:srgbClr val="7F7F7F"/>
      </a:accent2>
      <a:accent3>
        <a:srgbClr val="A6A6A6"/>
      </a:accent3>
      <a:accent4>
        <a:srgbClr val="333333"/>
      </a:accent4>
      <a:accent5>
        <a:srgbClr val="BFBFBF"/>
      </a:accent5>
      <a:accent6>
        <a:srgbClr val="262626"/>
      </a:accent6>
      <a:hlink>
        <a:srgbClr val="0563C1"/>
      </a:hlink>
      <a:folHlink>
        <a:srgbClr val="954F72"/>
      </a:folHlink>
    </a:clrScheme>
    <a:fontScheme name="Lab Meet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meeting: four findings</dc:title>
  <dc:subject>PptxGenJS Presentation</dc:subject>
  <dc:creator>PptxGenJS</dc:creator>
  <cp:lastModifiedBy>PptxGenJS</cp:lastModifiedBy>
  <cp:revision>1</cp:revision>
  <dcterms:created xsi:type="dcterms:W3CDTF">2026-10-13T21:45:09Z</dcterms:created>
  <dcterms:modified xsi:type="dcterms:W3CDTF">2026-10-13T21:45:09Z</dcterms:modified>
</cp:coreProperties>
</file>