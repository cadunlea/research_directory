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48640"/>
          <a:ext cx="54864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eating episode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Eating episodes detected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Episodes of 64 s or longer detected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Episodes of 8 s detected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delay to first detection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episodes per hour (away from meals)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Episode precision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Meals with any detection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of 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2026-10-21T06:34:38Z</dcterms:created>
  <dcterms:modified xsi:type="dcterms:W3CDTF">2026-10-21T06:34:38Z</dcterms:modified>
</cp:coreProperties>
</file>