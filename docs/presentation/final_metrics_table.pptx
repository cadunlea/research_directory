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65760"/>
          <a:ext cx="6400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828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model (leave-one-subject-out, 43 participants)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(3 seeds)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 (0.859–0.861)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 accuracy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participant F1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alarms per hour of non-eating (8 s windows)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Eating episodes detected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eating episodes per hour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2026-10-21T06:56:05Z</dcterms:created>
  <dcterms:modified xsi:type="dcterms:W3CDTF">2026-10-21T06:56:05Z</dcterms:modified>
</cp:coreProperties>
</file>