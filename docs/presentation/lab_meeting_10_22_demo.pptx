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Bug: windows from 18 second sessions were scored twice (10,891 instead of 9,133). Fixed per session; F1 0.856 -&gt; 0.854.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Seed noise: 3 seeds give F1 0.844-0.858. The 5-participant gain comes from steadier thresholds for the hardest participants.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episode is a run of consecutive eating windows (8 s). With pauses up to 32 s merged: 92.8% detected and 1.7 false episodes/h (default), 82.9% and 1.2/h (budget). Measured in meal sessions, not free living.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8 s second episode is a stray single window; --min-episode 16 would drop it. Open question: drop single-window episodes by default?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alone did not cause false alarms: AIM132097 talks a lot and has 2 false-alarm windows. One participant per condition, so these are case studies, not general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74320"/>
            <a:ext cx="83210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743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Project Updates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1887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Inference tool written and tested on real data (contract item due 11/04)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Evaluation bug found and fixed; all results re-scored, conclusions unchanged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Final configuration chosen: original model, threshold chosen on 5 validation participants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Looked at the weakest participants on video and raw signals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743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Final Model and 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48463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94360" y="1051560"/>
            <a:ext cx="44805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Insert your per-participant F1 chart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figures\time_se_attnpool_chew0.2_w8_128hz_loso_seed9_stopauc_lr0.0003_participants.png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(the one regenerated from results_fixed)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118872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Leave-one-out, 43 participants: F1 0.854, accuracy 0.887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Threshold chosen on 5 validation participants instead of 2: F1 0.861 (+0.008, p = 0.004, 3 seeds)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8 validation participants and a sequence model: no further gain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743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Episode-Level Results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83210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 threshold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False-alarm budget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Eating episodes detected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77.6%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Episodes of 32 s or longer detected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99–100%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94–100%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delay to first detection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False episodes per hour (away from meals)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Episode precision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11480" y="370332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Scored per eating episode, the way a user would experience the device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75% of false-alarm windows sit right next to a real meal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743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Inference Tool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143000"/>
            <a:ext cx="8321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train_final_model.py: trains the one model that ships (all participants, 5 for validation)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detect_eating.py: raw sensor data from the database in, eating episodes with start and end times out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2377440"/>
            <a:ext cx="8321040" cy="146304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AIM130163 / ETS_snack, 26.9 min recording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2026-03-11 20:31:58 - 20:44:22   12.4 min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2026-03-11 20:47:42 - 20:47:50    0.1 min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Against the annotation: F1 0.935, recall 0.986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0233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7F7F7F"/>
                </a:solidFill>
              </a:rPr>
              <a:t>Participant was in the training set, so this shows the tool working, not generalisation.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743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Why the Weakest Participants Score Low</a:t>
            </a:r>
            <a:endParaRPr lang="en-US" sz="3200" dirty="0"/>
          </a:p>
        </p:txBody>
      </p:sp>
      <p:pic>
        <p:nvPicPr>
          <p:cNvPr id="3" name="Image 0" descr="AIM147560: optical signal nearly flat during eating; model probability peaks only during the bag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05840"/>
            <a:ext cx="4937760" cy="29352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7F7F7F"/>
                </a:solidFill>
              </a:rPr>
              <a:t>AIM147560: optical signal and model probability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577840" y="105156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AIM147560 (0.45): soft food. Optical signal nearly flat; the model only fired (0.96) on the bagel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AIM132097 (0.55): sensor and model track his chewing, but bouts last ~4 s and his fold threshold is strict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AIM112400 lunch: eating broken up by conversation (105 bouts)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Real-world conditions, not missed chewing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743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Next Steps and Questions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14300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2"/>
                </a:solidFill>
              </a:rPr>
              <a:t>Human agreement: Kenzy and I agree at F1 0.91 on 8 s windows (one snack session), close to the ceiling for any model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2"/>
                </a:solidFill>
              </a:rPr>
              <a:t>Second independent annotation of the difficult sessions, to measure agreement where the model struggles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2"/>
                </a:solidFill>
              </a:rPr>
              <a:t>Boundary-tolerance metric, to compare with Siavash's F1 ±1 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2"/>
                </a:solidFill>
              </a:rPr>
              <a:t>FCN and ResNet baselines; paper draft due 12/02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2"/>
                </a:solidFill>
              </a:rPr>
              <a:t>Questions: default threshold or false-alarm budget? Is food type recorded per session?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Meeting">
  <a:themeElements>
    <a:clrScheme name="Lab Meeting">
      <a:dk1>
        <a:srgbClr val="000000"/>
      </a:dk1>
      <a:lt1>
        <a:srgbClr val="FFFFFF"/>
      </a:lt1>
      <a:dk2>
        <a:srgbClr val="595959"/>
      </a:dk2>
      <a:lt2>
        <a:srgbClr val="F2F2F2"/>
      </a:lt2>
      <a:accent1>
        <a:srgbClr val="595959"/>
      </a:accent1>
      <a:accent2>
        <a:srgbClr val="7F7F7F"/>
      </a:accent2>
      <a:accent3>
        <a:srgbClr val="A6A6A6"/>
      </a:accent3>
      <a:accent4>
        <a:srgbClr val="333333"/>
      </a:accent4>
      <a:accent5>
        <a:srgbClr val="BFBFBF"/>
      </a:accent5>
      <a:accent6>
        <a:srgbClr val="262626"/>
      </a:accent6>
      <a:hlink>
        <a:srgbClr val="0563C1"/>
      </a:hlink>
      <a:folHlink>
        <a:srgbClr val="954F72"/>
      </a:folHlink>
    </a:clrScheme>
    <a:fontScheme name="Lab Meet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meeting 10/22</dc:title>
  <dc:subject>PptxGenJS Presentation</dc:subject>
  <dc:creator>PptxGenJS</dc:creator>
  <cp:lastModifiedBy>PptxGenJS</cp:lastModifiedBy>
  <cp:revision>1</cp:revision>
  <dcterms:created xsi:type="dcterms:W3CDTF">2026-10-21T05:50:57Z</dcterms:created>
  <dcterms:modified xsi:type="dcterms:W3CDTF">2026-10-21T05:50:57Z</dcterms:modified>
</cp:coreProperties>
</file>